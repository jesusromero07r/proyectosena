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22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1280160"/>
            <a:ext cx="2011680" cy="384048"/>
          </a:xfrm>
          <a:prstGeom prst="rect">
            <a:avLst/>
          </a:prstGeom>
          <a:solidFill>
            <a:srgbClr val="D9722E"/>
          </a:solidFill>
          <a:ln/>
        </p:spPr>
      </p:sp>
      <p:sp>
        <p:nvSpPr>
          <p:cNvPr id="3" name="Shape 1"/>
          <p:cNvSpPr/>
          <p:nvPr/>
        </p:nvSpPr>
        <p:spPr>
          <a:xfrm>
            <a:off x="9436608" y="1847088"/>
            <a:ext cx="2011680" cy="384048"/>
          </a:xfrm>
          <a:prstGeom prst="rect">
            <a:avLst/>
          </a:prstGeom>
          <a:solidFill>
            <a:srgbClr val="2C4778"/>
          </a:solidFill>
          <a:ln/>
        </p:spPr>
      </p:sp>
      <p:sp>
        <p:nvSpPr>
          <p:cNvPr id="4" name="Shape 2"/>
          <p:cNvSpPr/>
          <p:nvPr/>
        </p:nvSpPr>
        <p:spPr>
          <a:xfrm>
            <a:off x="9272016" y="2414016"/>
            <a:ext cx="2011680" cy="384048"/>
          </a:xfrm>
          <a:prstGeom prst="rect">
            <a:avLst/>
          </a:prstGeom>
          <a:solidFill>
            <a:srgbClr val="244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Constructora GG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93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 del Sistema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formativo SENA · Análisis y Desarrollo de Software (ADSO) 2025-2026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github.com/JesusRomero07R/ProyectoSENA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General de la Arquitectura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3 capas: interfaz estática servida por Nginx, API REST en FastAPI y persistencia en SQLite.</a:t>
            </a:r>
            <a:endParaRPr lang="en-US" sz="1350" dirty="0"/>
          </a:p>
        </p:txBody>
      </p:sp>
      <p:pic>
        <p:nvPicPr>
          <p:cNvPr id="5" name="Image 0" descr="arquitectu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622" y="1664208"/>
            <a:ext cx="717770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EJECUTA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Despliegue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corre en contenedores Docker de forma local y también está publicado en producción en la nube.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7" name="Image 0" descr="icons/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1020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4168" y="193852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dos servicios independientes: backend y frontend.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0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06214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44168" y="289864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python:3.11-slim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requirements.txt, corre seed.py y expone el puerto 8000.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3" name="Image 2" descr="icons/ngi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02226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44168" y="385876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nginx:alpine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los archivos estáticos del frontend en el puerto 8080.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6" name="Image 3" descr="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98238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44168" y="48188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./start.sh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comando: no requiere instalar Python ni Node en el equipo host.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360920" y="1600200"/>
            <a:ext cx="4279392" cy="4480560"/>
          </a:xfrm>
          <a:prstGeom prst="roundRect">
            <a:avLst>
              <a:gd name="adj" fmla="val 1709"/>
            </a:avLst>
          </a:prstGeom>
          <a:solidFill>
            <a:srgbClr val="E8EFF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7635240" y="18288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EJECUCIÓN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35240" y="2221992"/>
            <a:ext cx="3730752" cy="1097280"/>
          </a:xfrm>
          <a:prstGeom prst="roundRect">
            <a:avLst>
              <a:gd name="adj" fmla="val 5833"/>
            </a:avLst>
          </a:prstGeom>
          <a:solidFill>
            <a:srgbClr val="14294B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863840" y="235000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local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863840" y="26609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nginx:alpine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863840" y="291693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900" dirty="0"/>
          </a:p>
        </p:txBody>
      </p:sp>
      <p:sp>
        <p:nvSpPr>
          <p:cNvPr id="24" name="Shape 18"/>
          <p:cNvSpPr/>
          <p:nvPr/>
        </p:nvSpPr>
        <p:spPr>
          <a:xfrm>
            <a:off x="7635240" y="3483864"/>
            <a:ext cx="3730752" cy="1097280"/>
          </a:xfrm>
          <a:prstGeom prst="roundRect">
            <a:avLst>
              <a:gd name="adj" fmla="val 5833"/>
            </a:avLst>
          </a:prstGeom>
          <a:solidFill>
            <a:srgbClr val="14294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863840" y="361188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local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863840" y="39227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--reload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863840" y="41788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7635240" y="4745736"/>
            <a:ext cx="3730752" cy="1097280"/>
          </a:xfrm>
          <a:prstGeom prst="roundRect">
            <a:avLst>
              <a:gd name="adj" fmla="val 5833"/>
            </a:avLst>
          </a:prstGeom>
          <a:solidFill>
            <a:srgbClr val="D9722E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863840" y="48737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· nube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863840" y="518464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863840" y="538581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constructora.paujity.com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Cliente Web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6" name="Image 0" descr="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0105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18470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 semántica con Grid y variables CSS, sin preprocesadores.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9" name="Image 1" descr="icons/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0621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44168" y="289864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modular: sin frameworks ni bundlers, un módulo por página.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2" name="Image 2" descr="icons/ngi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1137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395020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que expone los archivos estáticos en el puerto 8080.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60920" y="169164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E8EFFA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7635240" y="19202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CÓDIGO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2286000"/>
            <a:ext cx="37307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js/services/api.js — capa de acceso HTTP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js/modules/ — 13 módulos (una vista cada uno)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js/auth.js — sesión y JWT en el cliente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css/pages/ + css/components/ — estilos por página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— header, sidebar, footer reutilizables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COMPOSICIÓN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que lo Componen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frameworks: cada pantalla es HTML plano que se completa en el navegador con piezas compartidas.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53384" cy="4023360"/>
          </a:xfrm>
          <a:prstGeom prst="roundRect">
            <a:avLst>
              <a:gd name="adj" fmla="val 2383"/>
            </a:avLst>
          </a:prstGeom>
          <a:solidFill>
            <a:srgbClr val="E8EFFA"/>
          </a:solidFill>
          <a:ln/>
        </p:spPr>
      </p:sp>
      <p:sp>
        <p:nvSpPr>
          <p:cNvPr id="7" name="Shape 5"/>
          <p:cNvSpPr/>
          <p:nvPr/>
        </p:nvSpPr>
        <p:spPr>
          <a:xfrm>
            <a:off x="1932432" y="2217420"/>
            <a:ext cx="685800" cy="685800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8" name="Image 0" descr="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882" y="2388870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108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Páginas 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3016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index.html, dashboard.html,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pages/*.html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51960"/>
            <a:ext cx="2813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de cada pantalla. Traen dos espacios vacíos: #app-header y #app-sidebar.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7784" y="1874520"/>
            <a:ext cx="3453384" cy="4023360"/>
          </a:xfrm>
          <a:prstGeom prst="roundRect">
            <a:avLst>
              <a:gd name="adj" fmla="val 2383"/>
            </a:avLst>
          </a:prstGeom>
          <a:solidFill>
            <a:srgbClr val="E8EF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751576" y="2217420"/>
            <a:ext cx="685800" cy="685800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4" name="Image 1" descr="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026" y="238887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96384" y="3108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Componentes compartidos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96384" y="363016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· sidebar · footer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87824" y="4251960"/>
            <a:ext cx="2813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suelto y reutilizable: el mismo menú y encabezado para todas las pantallas.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86928" y="1874520"/>
            <a:ext cx="3453384" cy="4023360"/>
          </a:xfrm>
          <a:prstGeom prst="roundRect">
            <a:avLst>
              <a:gd name="adj" fmla="val 2383"/>
            </a:avLst>
          </a:prstGeom>
          <a:solidFill>
            <a:srgbClr val="E8EFFA"/>
          </a:solidFill>
          <a:ln/>
        </p:spPr>
      </p:sp>
      <p:sp>
        <p:nvSpPr>
          <p:cNvPr id="19" name="Shape 15"/>
          <p:cNvSpPr/>
          <p:nvPr/>
        </p:nvSpPr>
        <p:spPr>
          <a:xfrm>
            <a:off x="9570720" y="2217420"/>
            <a:ext cx="685800" cy="685800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20" name="Image 2" descr="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2170" y="238887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5528" y="3108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main.js — el ensamblador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415528" y="363016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js/main.js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506968" y="4251960"/>
            <a:ext cx="2813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cargar la página, coloca los componentes en los espacios vacíos y activa la pantalla correcta.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ESTILOS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— Estilos en Capas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el JavaScript, el diseño visual también está repartido por responsabilidad.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7" name="Image 0" descr="icons/cs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96486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4168" y="180136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base.css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tipografía y reset: la base que aplica a toda la app.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0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9249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44168" y="27614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general: dónde va el menú y dónde el contenido.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3" name="Image 2" descr="icons/cub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88510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44168" y="372160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estilo de piezas reutilizables: botones, tarjetas, modales, chips.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6" name="Image 3" descr="icons/fo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84522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44168" y="468172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estilo propio de cada pantalla: dashboard.css, tareas.css, etc.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360920" y="169164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E8EFF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7635240" y="19202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CARGA EN CADA PÁGINA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35240" y="2331720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6352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074152" y="231343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base.css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635240" y="2843784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63524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8074152" y="282549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layout/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635240" y="3355848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635240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8074152" y="333756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635240" y="3867912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6352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8074152" y="384962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forms.css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635240" y="4379976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635240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436168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responsive.css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7635240" y="4892040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63524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8074152" y="487375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pages/xxx.css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Backend (la API)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una pantalla necesita datos, sigue siempre el mismo camino.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84882" cy="2468880"/>
          </a:xfrm>
          <a:prstGeom prst="roundRect">
            <a:avLst>
              <a:gd name="adj" fmla="val 3333"/>
            </a:avLst>
          </a:prstGeom>
          <a:solidFill>
            <a:srgbClr val="E8EFFA"/>
          </a:solidFill>
          <a:ln/>
        </p:spPr>
      </p:sp>
      <p:sp>
        <p:nvSpPr>
          <p:cNvPr id="7" name="Shape 5"/>
          <p:cNvSpPr/>
          <p:nvPr/>
        </p:nvSpPr>
        <p:spPr>
          <a:xfrm>
            <a:off x="1461897" y="2148840"/>
            <a:ext cx="658368" cy="65836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8" name="Image 0" descr="icons/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489" y="23134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2916936"/>
            <a:ext cx="2265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JS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10128"/>
            <a:ext cx="211912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pide los datos que necesita mostrar.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33522" y="28803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17570" y="1965960"/>
            <a:ext cx="2484882" cy="2468880"/>
          </a:xfrm>
          <a:prstGeom prst="roundRect">
            <a:avLst>
              <a:gd name="adj" fmla="val 3333"/>
            </a:avLst>
          </a:prstGeom>
          <a:solidFill>
            <a:srgbClr val="E8EF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0827" y="2148840"/>
            <a:ext cx="658368" cy="65836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4" name="Image 1" descr="icons/jw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419" y="231343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27298" y="2916936"/>
            <a:ext cx="2265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services/api.js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00450" y="3310128"/>
            <a:ext cx="211912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tu token (JWT) a la solicitud, como una credencial.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902452" y="28803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86500" y="1965960"/>
            <a:ext cx="2484882" cy="2468880"/>
          </a:xfrm>
          <a:prstGeom prst="roundRect">
            <a:avLst>
              <a:gd name="adj" fmla="val 3333"/>
            </a:avLst>
          </a:prstGeom>
          <a:solidFill>
            <a:srgbClr val="E8EFF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99757" y="2148840"/>
            <a:ext cx="658368" cy="65836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20" name="Image 2" descr="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349" y="231343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96228" y="2916936"/>
            <a:ext cx="2265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469380" y="3310128"/>
            <a:ext cx="211912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token, consulta la base de datos y responde.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771382" y="28803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155430" y="1965960"/>
            <a:ext cx="2484882" cy="2468880"/>
          </a:xfrm>
          <a:prstGeom prst="roundRect">
            <a:avLst>
              <a:gd name="adj" fmla="val 3333"/>
            </a:avLst>
          </a:prstGeom>
          <a:solidFill>
            <a:srgbClr val="E8EFFA"/>
          </a:solidFill>
          <a:ln/>
        </p:spPr>
      </p:sp>
      <p:sp>
        <p:nvSpPr>
          <p:cNvPr id="25" name="Shape 20"/>
          <p:cNvSpPr/>
          <p:nvPr/>
        </p:nvSpPr>
        <p:spPr>
          <a:xfrm>
            <a:off x="10068687" y="2148840"/>
            <a:ext cx="658368" cy="65836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26" name="Image 3" descr="icons/cub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3279" y="231343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65158" y="2916936"/>
            <a:ext cx="2265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actualizada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9338310" y="3310128"/>
            <a:ext cx="211912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recibe la respuesta (JSON) y la dibuja, sin recargar la página.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4294B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68680" y="489204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 </a:t>
            </a: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api.get('/proyectos')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pide la lista de proyectos y la devuelve lista para pintar en pantalla — todo en formato JSON, por HTTP.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API REST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6" name="Image 0" descr="icons/fast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180136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ASGI asíncrono; documentación OpenAPI automática.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9" name="Image 1" descr="icons/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9249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44168" y="27614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base del servicio, ejecutado con Uvicorn en modo reload.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2" name="Image 2" descr="icons/pydan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8851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372160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serialización de esquemas de entrada y salida.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5" name="Image 3" descr="icons/sqlalche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845223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44168" y="468172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que mapea los modelos Python a las tablas de la base de datos.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360920" y="169164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E8EFFA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635240" y="19202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ROUTERS MODULARES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635240" y="2377440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635240" y="237744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970264" y="2377440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970264" y="237744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0305288" y="2377440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305288" y="237744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35240" y="31272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635240" y="31272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70264" y="31272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970264" y="31272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10305288" y="31272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305288" y="31272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635240" y="3877056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635240" y="3877056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970264" y="3877056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970264" y="3877056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10305288" y="3877056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0305288" y="3877056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6" name="Image 0" descr="icons/jw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180136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firmados (HS256) con expiración; sesiones sin estado en el servidor.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9" name="Image 1" descr="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9249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44168" y="27614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 vía Passlib; nunca se almacenan en texto plano.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2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8851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372160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rol: Administrador, Líder de Proyecto y Operario.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5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845223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44168" y="468172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Login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solo con el nombre de usuario, sin escribir el dominio.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360920" y="169164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14294B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635240" y="19202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AUTENTICACIÓN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635240" y="2350008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63524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092440" y="23317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usuario y contraseña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635240" y="3008376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63524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092440" y="299008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hash (Bcrypt)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635240" y="3666744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63524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092440" y="364845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token JWT firmado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635240" y="4325112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63524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092440" y="430682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reenvía el token (Bearer)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635240" y="4983480"/>
            <a:ext cx="329184" cy="329184"/>
          </a:xfrm>
          <a:prstGeom prst="ellipse">
            <a:avLst/>
          </a:prstGeom>
          <a:solidFill>
            <a:srgbClr val="D9722E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63524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092440" y="496519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 rol en cada ruta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ARCHIVOS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6" name="Image 0" descr="icons/sq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180136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embebida (constructora_gg.db); no requiere motor externo.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9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9249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44168" y="276148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se crean automáticamente a partir de los modelos al iniciar.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2" name="Image 2" descr="icons/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8851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372160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archivos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uploads/ servida como estática para imágenes y evidencias.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5" name="Image 3" descr="icons/b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845223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44168" y="4681728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sensibles (SECRET_KEY, algoritmo) fuera del código fuente.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360920" y="169164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E8EFFA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635240" y="19202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DISCO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635240" y="2350008"/>
            <a:ext cx="512064" cy="512064"/>
          </a:xfrm>
          <a:prstGeom prst="ellipse">
            <a:avLst/>
          </a:prstGeom>
          <a:solidFill>
            <a:srgbClr val="14294B"/>
          </a:solidFill>
          <a:ln/>
        </p:spPr>
      </p:sp>
      <p:pic>
        <p:nvPicPr>
          <p:cNvPr id="20" name="Image 4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247802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38744" y="235000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database/constructora_gg.db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Docker montado; los datos sobreviven al reinicio de contenedores.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635240" y="3401568"/>
            <a:ext cx="512064" cy="512064"/>
          </a:xfrm>
          <a:prstGeom prst="ellipse">
            <a:avLst/>
          </a:prstGeom>
          <a:solidFill>
            <a:srgbClr val="14294B"/>
          </a:solidFill>
          <a:ln/>
        </p:spPr>
      </p:sp>
      <p:pic>
        <p:nvPicPr>
          <p:cNvPr id="23" name="Image 5" descr="icons/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352958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238744" y="34015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backend/uploads/*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subidos por los usuarios se guardan y sirven desde aquí.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Stack Tecnológico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11091672" cy="841248"/>
          </a:xfrm>
          <a:prstGeom prst="rect">
            <a:avLst/>
          </a:prstGeom>
          <a:solidFill>
            <a:srgbClr val="1C3560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709928"/>
            <a:ext cx="512064" cy="512064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6" name="Image 0" descr="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4533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545336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ES6+ · Nginx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" y="2551176"/>
            <a:ext cx="512064" cy="512064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0" name="Image 1" descr="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6791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38658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2386584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 · Pydantic · SQLAlchemy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227832"/>
            <a:ext cx="11091672" cy="841248"/>
          </a:xfrm>
          <a:prstGeom prst="rect">
            <a:avLst/>
          </a:prstGeom>
          <a:solidFill>
            <a:srgbClr val="1C3560"/>
          </a:solidFill>
          <a:ln/>
        </p:spPr>
      </p:sp>
      <p:sp>
        <p:nvSpPr>
          <p:cNvPr id="14" name="Shape 10"/>
          <p:cNvSpPr/>
          <p:nvPr/>
        </p:nvSpPr>
        <p:spPr>
          <a:xfrm>
            <a:off x="612648" y="3392424"/>
            <a:ext cx="512064" cy="512064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5" name="Image 2" descr="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52044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2783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3227832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Control de roles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2648" y="4233672"/>
            <a:ext cx="512064" cy="512064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19" name="Image 3" descr="icons/sq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6168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0690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840480" y="4069080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python-dotenv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4910328"/>
            <a:ext cx="11091672" cy="841248"/>
          </a:xfrm>
          <a:prstGeom prst="rect">
            <a:avLst/>
          </a:prstGeom>
          <a:solidFill>
            <a:srgbClr val="1C3560"/>
          </a:solidFill>
          <a:ln/>
        </p:spPr>
      </p:sp>
      <p:sp>
        <p:nvSpPr>
          <p:cNvPr id="23" name="Shape 17"/>
          <p:cNvSpPr/>
          <p:nvPr/>
        </p:nvSpPr>
        <p:spPr>
          <a:xfrm>
            <a:off x="612648" y="5074920"/>
            <a:ext cx="512064" cy="512064"/>
          </a:xfrm>
          <a:prstGeom prst="ellipse">
            <a:avLst/>
          </a:prstGeom>
          <a:solidFill>
            <a:srgbClr val="D9722E"/>
          </a:solidFill>
          <a:ln/>
        </p:spPr>
      </p:sp>
      <p:pic>
        <p:nvPicPr>
          <p:cNvPr id="24" name="Image 4" descr="icons/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0293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49103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840480" y="4910328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(local) · paujity.com (nube)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github.com/JesusRomero07R/ProyectoSENA  ·  Proyecto formativo SENA ADSO 2025-2026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994</Words>
  <Application>Microsoft Office PowerPoint</Application>
  <PresentationFormat>Panorámica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jesus romero</cp:lastModifiedBy>
  <cp:revision>3</cp:revision>
  <dcterms:created xsi:type="dcterms:W3CDTF">2026-08-31T04:28:25Z</dcterms:created>
  <dcterms:modified xsi:type="dcterms:W3CDTF">2026-09-05T21:14:55Z</dcterms:modified>
</cp:coreProperties>
</file>